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62" r:id="rId5"/>
    <p:sldId id="263" r:id="rId6"/>
    <p:sldId id="269" r:id="rId7"/>
    <p:sldId id="271" r:id="rId8"/>
    <p:sldId id="272" r:id="rId9"/>
    <p:sldId id="273" r:id="rId10"/>
    <p:sldId id="274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just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4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2724"/>
    <a:srgbClr val="C08887"/>
    <a:srgbClr val="00377B"/>
    <a:srgbClr val="214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015AD-E18D-44DA-B33B-0E05197A655B}" v="2187" dt="2025-12-09T08:50:52.65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106" autoAdjust="0"/>
  </p:normalViewPr>
  <p:slideViewPr>
    <p:cSldViewPr snapToGrid="0">
      <p:cViewPr varScale="1">
        <p:scale>
          <a:sx n="40" d="100"/>
          <a:sy n="40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 Berthal" userId="62ade9b0-b1a3-4480-b1b1-a12e49d66f91" providerId="ADAL" clId="{8B9DEECC-332F-4DE8-81AF-06F51AB79CDA}"/>
    <pc:docChg chg="undo custSel addSld delSld modSld modMainMaster">
      <pc:chgData name="Christoph Berthal" userId="62ade9b0-b1a3-4480-b1b1-a12e49d66f91" providerId="ADAL" clId="{8B9DEECC-332F-4DE8-81AF-06F51AB79CDA}" dt="2025-12-09T12:41:11.501" v="3880" actId="20577"/>
      <pc:docMkLst>
        <pc:docMk/>
      </pc:docMkLst>
      <pc:sldChg chg="modSp mod modNotesTx">
        <pc:chgData name="Christoph Berthal" userId="62ade9b0-b1a3-4480-b1b1-a12e49d66f91" providerId="ADAL" clId="{8B9DEECC-332F-4DE8-81AF-06F51AB79CDA}" dt="2025-12-09T08:13:23.765" v="3840" actId="20577"/>
        <pc:sldMkLst>
          <pc:docMk/>
          <pc:sldMk cId="3869854841" sldId="262"/>
        </pc:sldMkLst>
        <pc:spChg chg="mod">
          <ac:chgData name="Christoph Berthal" userId="62ade9b0-b1a3-4480-b1b1-a12e49d66f91" providerId="ADAL" clId="{8B9DEECC-332F-4DE8-81AF-06F51AB79CDA}" dt="2025-12-02T07:02:03.362" v="22" actId="1076"/>
          <ac:spMkLst>
            <pc:docMk/>
            <pc:sldMk cId="3869854841" sldId="262"/>
            <ac:spMk id="3" creationId="{F22A77D8-B320-4684-ADAC-E9AAB0F216D8}"/>
          </ac:spMkLst>
        </pc:spChg>
      </pc:sldChg>
      <pc:sldChg chg="addSp delSp modSp mod delAnim modNotesTx">
        <pc:chgData name="Christoph Berthal" userId="62ade9b0-b1a3-4480-b1b1-a12e49d66f91" providerId="ADAL" clId="{8B9DEECC-332F-4DE8-81AF-06F51AB79CDA}" dt="2025-12-09T07:08:35.674" v="3433" actId="20577"/>
        <pc:sldMkLst>
          <pc:docMk/>
          <pc:sldMk cId="3241163721" sldId="263"/>
        </pc:sldMkLst>
        <pc:spChg chg="mod">
          <ac:chgData name="Christoph Berthal" userId="62ade9b0-b1a3-4480-b1b1-a12e49d66f91" providerId="ADAL" clId="{8B9DEECC-332F-4DE8-81AF-06F51AB79CDA}" dt="2025-12-02T08:57:54.945" v="3047" actId="20577"/>
          <ac:spMkLst>
            <pc:docMk/>
            <pc:sldMk cId="3241163721" sldId="263"/>
            <ac:spMk id="6" creationId="{8F96DB5C-7C5D-F4F6-9291-55DA8CDF4448}"/>
          </ac:spMkLst>
        </pc:spChg>
        <pc:spChg chg="mod">
          <ac:chgData name="Christoph Berthal" userId="62ade9b0-b1a3-4480-b1b1-a12e49d66f91" providerId="ADAL" clId="{8B9DEECC-332F-4DE8-81AF-06F51AB79CDA}" dt="2025-12-02T07:11:35.448" v="769" actId="20577"/>
          <ac:spMkLst>
            <pc:docMk/>
            <pc:sldMk cId="3241163721" sldId="263"/>
            <ac:spMk id="9" creationId="{8BEBECC2-5661-DE9B-674A-989EE51152B5}"/>
          </ac:spMkLst>
        </pc:spChg>
        <pc:picChg chg="add mod">
          <ac:chgData name="Christoph Berthal" userId="62ade9b0-b1a3-4480-b1b1-a12e49d66f91" providerId="ADAL" clId="{8B9DEECC-332F-4DE8-81AF-06F51AB79CDA}" dt="2025-12-02T07:03:18.234" v="37" actId="1076"/>
          <ac:picMkLst>
            <pc:docMk/>
            <pc:sldMk cId="3241163721" sldId="263"/>
            <ac:picMk id="1026" creationId="{EBF667C7-F49E-2CFF-090A-DB3A8ADBD8E2}"/>
          </ac:picMkLst>
        </pc:picChg>
      </pc:sldChg>
      <pc:sldChg chg="modSp add mod modAnim modNotesTx">
        <pc:chgData name="Christoph Berthal" userId="62ade9b0-b1a3-4480-b1b1-a12e49d66f91" providerId="ADAL" clId="{8B9DEECC-332F-4DE8-81AF-06F51AB79CDA}" dt="2025-12-02T13:30:42.640" v="3116" actId="20577"/>
        <pc:sldMkLst>
          <pc:docMk/>
          <pc:sldMk cId="413233918" sldId="269"/>
        </pc:sldMkLst>
        <pc:spChg chg="mod">
          <ac:chgData name="Christoph Berthal" userId="62ade9b0-b1a3-4480-b1b1-a12e49d66f91" providerId="ADAL" clId="{8B9DEECC-332F-4DE8-81AF-06F51AB79CDA}" dt="2025-12-02T13:30:42.640" v="3116" actId="20577"/>
          <ac:spMkLst>
            <pc:docMk/>
            <pc:sldMk cId="413233918" sldId="269"/>
            <ac:spMk id="6" creationId="{1C6CE8E1-04B5-F1C5-E3DA-C0C7B2F5D9FD}"/>
          </ac:spMkLst>
        </pc:spChg>
        <pc:spChg chg="mod">
          <ac:chgData name="Christoph Berthal" userId="62ade9b0-b1a3-4480-b1b1-a12e49d66f91" providerId="ADAL" clId="{8B9DEECC-332F-4DE8-81AF-06F51AB79CDA}" dt="2025-12-02T07:48:36.629" v="1063" actId="20577"/>
          <ac:spMkLst>
            <pc:docMk/>
            <pc:sldMk cId="413233918" sldId="269"/>
            <ac:spMk id="9" creationId="{92565F9C-911F-A35F-93CE-286679BB4293}"/>
          </ac:spMkLst>
        </pc:spChg>
      </pc:sldChg>
      <pc:sldChg chg="addSp delSp modSp add mod modAnim modNotesTx">
        <pc:chgData name="Christoph Berthal" userId="62ade9b0-b1a3-4480-b1b1-a12e49d66f91" providerId="ADAL" clId="{8B9DEECC-332F-4DE8-81AF-06F51AB79CDA}" dt="2025-12-08T12:39:13.009" v="3187" actId="20577"/>
        <pc:sldMkLst>
          <pc:docMk/>
          <pc:sldMk cId="8724275" sldId="271"/>
        </pc:sldMkLst>
        <pc:spChg chg="mod">
          <ac:chgData name="Christoph Berthal" userId="62ade9b0-b1a3-4480-b1b1-a12e49d66f91" providerId="ADAL" clId="{8B9DEECC-332F-4DE8-81AF-06F51AB79CDA}" dt="2025-12-08T12:39:13.009" v="3187" actId="20577"/>
          <ac:spMkLst>
            <pc:docMk/>
            <pc:sldMk cId="8724275" sldId="271"/>
            <ac:spMk id="4" creationId="{49C22F04-03C0-46FE-E669-18B392B49AC2}"/>
          </ac:spMkLst>
        </pc:spChg>
        <pc:spChg chg="add mod">
          <ac:chgData name="Christoph Berthal" userId="62ade9b0-b1a3-4480-b1b1-a12e49d66f91" providerId="ADAL" clId="{8B9DEECC-332F-4DE8-81AF-06F51AB79CDA}" dt="2025-12-02T07:57:15.480" v="1067"/>
          <ac:spMkLst>
            <pc:docMk/>
            <pc:sldMk cId="8724275" sldId="271"/>
            <ac:spMk id="6" creationId="{6E8A63C3-168D-2D97-36DB-DCA3D6A138BD}"/>
          </ac:spMkLst>
        </pc:spChg>
        <pc:spChg chg="add mod">
          <ac:chgData name="Christoph Berthal" userId="62ade9b0-b1a3-4480-b1b1-a12e49d66f91" providerId="ADAL" clId="{8B9DEECC-332F-4DE8-81AF-06F51AB79CDA}" dt="2025-12-02T07:57:45.120" v="1071" actId="1076"/>
          <ac:spMkLst>
            <pc:docMk/>
            <pc:sldMk cId="8724275" sldId="271"/>
            <ac:spMk id="7" creationId="{08B91AAB-C14F-5053-B078-E219BDCD3454}"/>
          </ac:spMkLst>
        </pc:spChg>
        <pc:picChg chg="add mod">
          <ac:chgData name="Christoph Berthal" userId="62ade9b0-b1a3-4480-b1b1-a12e49d66f91" providerId="ADAL" clId="{8B9DEECC-332F-4DE8-81AF-06F51AB79CDA}" dt="2025-12-02T07:57:45.120" v="1071" actId="1076"/>
          <ac:picMkLst>
            <pc:docMk/>
            <pc:sldMk cId="8724275" sldId="271"/>
            <ac:picMk id="8" creationId="{F4DC970E-30C0-672C-6748-C2190EF60102}"/>
          </ac:picMkLst>
        </pc:picChg>
      </pc:sldChg>
      <pc:sldChg chg="addSp delSp modSp add mod modAnim modNotesTx">
        <pc:chgData name="Christoph Berthal" userId="62ade9b0-b1a3-4480-b1b1-a12e49d66f91" providerId="ADAL" clId="{8B9DEECC-332F-4DE8-81AF-06F51AB79CDA}" dt="2025-12-09T12:41:11.501" v="3880" actId="20577"/>
        <pc:sldMkLst>
          <pc:docMk/>
          <pc:sldMk cId="2951125681" sldId="272"/>
        </pc:sldMkLst>
        <pc:spChg chg="mod">
          <ac:chgData name="Christoph Berthal" userId="62ade9b0-b1a3-4480-b1b1-a12e49d66f91" providerId="ADAL" clId="{8B9DEECC-332F-4DE8-81AF-06F51AB79CDA}" dt="2025-12-09T08:50:52.651" v="3854" actId="20577"/>
          <ac:spMkLst>
            <pc:docMk/>
            <pc:sldMk cId="2951125681" sldId="272"/>
            <ac:spMk id="4" creationId="{DA77B614-51D1-FA97-8078-191F26070303}"/>
          </ac:spMkLst>
        </pc:spChg>
        <pc:spChg chg="add mod">
          <ac:chgData name="Christoph Berthal" userId="62ade9b0-b1a3-4480-b1b1-a12e49d66f91" providerId="ADAL" clId="{8B9DEECC-332F-4DE8-81AF-06F51AB79CDA}" dt="2025-12-02T08:06:25.340" v="1703" actId="1036"/>
          <ac:spMkLst>
            <pc:docMk/>
            <pc:sldMk cId="2951125681" sldId="272"/>
            <ac:spMk id="5" creationId="{5662F772-F098-121F-3A47-AFF1859AC3E6}"/>
          </ac:spMkLst>
        </pc:spChg>
        <pc:spChg chg="mod">
          <ac:chgData name="Christoph Berthal" userId="62ade9b0-b1a3-4480-b1b1-a12e49d66f91" providerId="ADAL" clId="{8B9DEECC-332F-4DE8-81AF-06F51AB79CDA}" dt="2025-12-02T08:09:02.235" v="1928" actId="20577"/>
          <ac:spMkLst>
            <pc:docMk/>
            <pc:sldMk cId="2951125681" sldId="272"/>
            <ac:spMk id="9" creationId="{943BFFAE-26AC-6877-8EB3-CA26AC704C14}"/>
          </ac:spMkLst>
        </pc:spChg>
        <pc:spChg chg="mod">
          <ac:chgData name="Christoph Berthal" userId="62ade9b0-b1a3-4480-b1b1-a12e49d66f91" providerId="ADAL" clId="{8B9DEECC-332F-4DE8-81AF-06F51AB79CDA}" dt="2025-12-09T12:41:11.501" v="3880" actId="20577"/>
          <ac:spMkLst>
            <pc:docMk/>
            <pc:sldMk cId="2951125681" sldId="272"/>
            <ac:spMk id="13" creationId="{210D72C2-261B-8705-E492-E36EACBE442D}"/>
          </ac:spMkLst>
        </pc:spChg>
        <pc:spChg chg="mod">
          <ac:chgData name="Christoph Berthal" userId="62ade9b0-b1a3-4480-b1b1-a12e49d66f91" providerId="ADAL" clId="{8B9DEECC-332F-4DE8-81AF-06F51AB79CDA}" dt="2025-12-02T08:37:22.557" v="2303"/>
          <ac:spMkLst>
            <pc:docMk/>
            <pc:sldMk cId="2951125681" sldId="272"/>
            <ac:spMk id="14" creationId="{6A9FD5ED-4780-7FB4-F227-3F10BE0B1144}"/>
          </ac:spMkLst>
        </pc:spChg>
        <pc:grpChg chg="add mod">
          <ac:chgData name="Christoph Berthal" userId="62ade9b0-b1a3-4480-b1b1-a12e49d66f91" providerId="ADAL" clId="{8B9DEECC-332F-4DE8-81AF-06F51AB79CDA}" dt="2025-12-02T08:37:22.557" v="2303"/>
          <ac:grpSpMkLst>
            <pc:docMk/>
            <pc:sldMk cId="2951125681" sldId="272"/>
            <ac:grpSpMk id="12" creationId="{86E3B3B4-7A66-A92B-3CD7-44027B72A9AE}"/>
          </ac:grpSpMkLst>
        </pc:grpChg>
        <pc:picChg chg="add mod">
          <ac:chgData name="Christoph Berthal" userId="62ade9b0-b1a3-4480-b1b1-a12e49d66f91" providerId="ADAL" clId="{8B9DEECC-332F-4DE8-81AF-06F51AB79CDA}" dt="2025-12-02T08:06:25.340" v="1703" actId="1036"/>
          <ac:picMkLst>
            <pc:docMk/>
            <pc:sldMk cId="2951125681" sldId="272"/>
            <ac:picMk id="10" creationId="{68EDDE36-C7E1-66D1-E288-75CCACECF5E2}"/>
          </ac:picMkLst>
        </pc:picChg>
      </pc:sldChg>
      <pc:sldChg chg="addSp delSp modSp add mod delAnim modAnim modNotesTx">
        <pc:chgData name="Christoph Berthal" userId="62ade9b0-b1a3-4480-b1b1-a12e49d66f91" providerId="ADAL" clId="{8B9DEECC-332F-4DE8-81AF-06F51AB79CDA}" dt="2025-12-09T07:15:42.443" v="3655" actId="20577"/>
        <pc:sldMkLst>
          <pc:docMk/>
          <pc:sldMk cId="1745040083" sldId="273"/>
        </pc:sldMkLst>
        <pc:spChg chg="mod">
          <ac:chgData name="Christoph Berthal" userId="62ade9b0-b1a3-4480-b1b1-a12e49d66f91" providerId="ADAL" clId="{8B9DEECC-332F-4DE8-81AF-06F51AB79CDA}" dt="2025-12-02T08:52:02.210" v="2634" actId="20577"/>
          <ac:spMkLst>
            <pc:docMk/>
            <pc:sldMk cId="1745040083" sldId="273"/>
            <ac:spMk id="6" creationId="{CF630ADE-287B-E15E-01A9-B3654A52FD7B}"/>
          </ac:spMkLst>
        </pc:spChg>
        <pc:spChg chg="add mod">
          <ac:chgData name="Christoph Berthal" userId="62ade9b0-b1a3-4480-b1b1-a12e49d66f91" providerId="ADAL" clId="{8B9DEECC-332F-4DE8-81AF-06F51AB79CDA}" dt="2025-12-02T13:30:59.219" v="3118" actId="113"/>
          <ac:spMkLst>
            <pc:docMk/>
            <pc:sldMk cId="1745040083" sldId="273"/>
            <ac:spMk id="7" creationId="{960D25E6-473F-C10F-462C-1B9B0F23D6C2}"/>
          </ac:spMkLst>
        </pc:spChg>
        <pc:picChg chg="add mod">
          <ac:chgData name="Christoph Berthal" userId="62ade9b0-b1a3-4480-b1b1-a12e49d66f91" providerId="ADAL" clId="{8B9DEECC-332F-4DE8-81AF-06F51AB79CDA}" dt="2025-12-02T08:39:27.508" v="2574" actId="1076"/>
          <ac:picMkLst>
            <pc:docMk/>
            <pc:sldMk cId="1745040083" sldId="273"/>
            <ac:picMk id="4" creationId="{8695ECF5-F4F8-0F4D-41AE-2011C3E8201A}"/>
          </ac:picMkLst>
        </pc:picChg>
      </pc:sldChg>
      <pc:sldChg chg="delSp modSp new mod">
        <pc:chgData name="Christoph Berthal" userId="62ade9b0-b1a3-4480-b1b1-a12e49d66f91" providerId="ADAL" clId="{8B9DEECC-332F-4DE8-81AF-06F51AB79CDA}" dt="2025-12-02T09:01:51.008" v="3115" actId="1076"/>
        <pc:sldMkLst>
          <pc:docMk/>
          <pc:sldMk cId="1765241309" sldId="274"/>
        </pc:sldMkLst>
        <pc:spChg chg="mod">
          <ac:chgData name="Christoph Berthal" userId="62ade9b0-b1a3-4480-b1b1-a12e49d66f91" providerId="ADAL" clId="{8B9DEECC-332F-4DE8-81AF-06F51AB79CDA}" dt="2025-12-02T09:01:51.008" v="3115" actId="1076"/>
          <ac:spMkLst>
            <pc:docMk/>
            <pc:sldMk cId="1765241309" sldId="274"/>
            <ac:spMk id="2" creationId="{580E1F0B-90B7-93B3-5211-EA5A5ECD48FD}"/>
          </ac:spMkLst>
        </pc:spChg>
      </pc:sldChg>
      <pc:sldMasterChg chg="delSp mod modSldLayout">
        <pc:chgData name="Christoph Berthal" userId="62ade9b0-b1a3-4480-b1b1-a12e49d66f91" providerId="ADAL" clId="{8B9DEECC-332F-4DE8-81AF-06F51AB79CDA}" dt="2025-12-02T07:22:26.528" v="776" actId="478"/>
        <pc:sldMasterMkLst>
          <pc:docMk/>
          <pc:sldMasterMk cId="0" sldId="2147483648"/>
        </pc:sldMasterMkLst>
        <pc:sldLayoutChg chg="delSp mod">
          <pc:chgData name="Christoph Berthal" userId="62ade9b0-b1a3-4480-b1b1-a12e49d66f91" providerId="ADAL" clId="{8B9DEECC-332F-4DE8-81AF-06F51AB79CDA}" dt="2025-12-02T07:22:22.924" v="775" actId="478"/>
          <pc:sldLayoutMkLst>
            <pc:docMk/>
            <pc:sldMasterMk cId="0" sldId="2147483648"/>
            <pc:sldLayoutMk cId="0" sldId="2147483651"/>
          </pc:sldLayoutMkLst>
        </pc:sldLayoutChg>
        <pc:sldLayoutChg chg="delSp mod">
          <pc:chgData name="Christoph Berthal" userId="62ade9b0-b1a3-4480-b1b1-a12e49d66f91" providerId="ADAL" clId="{8B9DEECC-332F-4DE8-81AF-06F51AB79CDA}" dt="2025-12-02T07:22:20.958" v="774" actId="478"/>
          <pc:sldLayoutMkLst>
            <pc:docMk/>
            <pc:sldMasterMk cId="0" sldId="2147483648"/>
            <pc:sldLayoutMk cId="0" sldId="2147483652"/>
          </pc:sldLayoutMkLst>
        </pc:sldLayoutChg>
        <pc:sldLayoutChg chg="delSp mod">
          <pc:chgData name="Christoph Berthal" userId="62ade9b0-b1a3-4480-b1b1-a12e49d66f91" providerId="ADAL" clId="{8B9DEECC-332F-4DE8-81AF-06F51AB79CDA}" dt="2025-12-02T07:22:18.332" v="773" actId="478"/>
          <pc:sldLayoutMkLst>
            <pc:docMk/>
            <pc:sldMasterMk cId="0" sldId="2147483648"/>
            <pc:sldLayoutMk cId="0" sldId="2147483654"/>
          </pc:sldLayoutMkLst>
        </pc:sldLayoutChg>
        <pc:sldLayoutChg chg="delSp mod">
          <pc:chgData name="Christoph Berthal" userId="62ade9b0-b1a3-4480-b1b1-a12e49d66f91" providerId="ADAL" clId="{8B9DEECC-332F-4DE8-81AF-06F51AB79CDA}" dt="2025-12-02T07:22:14.898" v="772" actId="478"/>
          <pc:sldLayoutMkLst>
            <pc:docMk/>
            <pc:sldMasterMk cId="0" sldId="2147483648"/>
            <pc:sldLayoutMk cId="0" sldId="2147483655"/>
          </pc:sldLayoutMkLst>
        </pc:sldLayoutChg>
        <pc:sldLayoutChg chg="delSp mod">
          <pc:chgData name="Christoph Berthal" userId="62ade9b0-b1a3-4480-b1b1-a12e49d66f91" providerId="ADAL" clId="{8B9DEECC-332F-4DE8-81AF-06F51AB79CDA}" dt="2025-12-02T07:22:11.131" v="771" actId="478"/>
          <pc:sldLayoutMkLst>
            <pc:docMk/>
            <pc:sldMasterMk cId="0" sldId="2147483648"/>
            <pc:sldLayoutMk cId="0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Calibri"/>
      </a:defRPr>
    </a:lvl1pPr>
    <a:lvl2pPr indent="228600" defTabSz="1828800" latinLnBrk="0">
      <a:defRPr sz="2400">
        <a:latin typeface="+mj-lt"/>
        <a:ea typeface="+mj-ea"/>
        <a:cs typeface="+mj-cs"/>
        <a:sym typeface="Calibri"/>
      </a:defRPr>
    </a:lvl2pPr>
    <a:lvl3pPr indent="457200" defTabSz="1828800" latinLnBrk="0">
      <a:defRPr sz="2400">
        <a:latin typeface="+mj-lt"/>
        <a:ea typeface="+mj-ea"/>
        <a:cs typeface="+mj-cs"/>
        <a:sym typeface="Calibri"/>
      </a:defRPr>
    </a:lvl3pPr>
    <a:lvl4pPr indent="685800" defTabSz="1828800" latinLnBrk="0">
      <a:defRPr sz="2400">
        <a:latin typeface="+mj-lt"/>
        <a:ea typeface="+mj-ea"/>
        <a:cs typeface="+mj-cs"/>
        <a:sym typeface="Calibri"/>
      </a:defRPr>
    </a:lvl4pPr>
    <a:lvl5pPr indent="914400" defTabSz="1828800" latinLnBrk="0">
      <a:defRPr sz="2400">
        <a:latin typeface="+mj-lt"/>
        <a:ea typeface="+mj-ea"/>
        <a:cs typeface="+mj-cs"/>
        <a:sym typeface="Calibri"/>
      </a:defRPr>
    </a:lvl5pPr>
    <a:lvl6pPr indent="1143000" defTabSz="1828800" latinLnBrk="0">
      <a:defRPr sz="2400">
        <a:latin typeface="+mj-lt"/>
        <a:ea typeface="+mj-ea"/>
        <a:cs typeface="+mj-cs"/>
        <a:sym typeface="Calibri"/>
      </a:defRPr>
    </a:lvl6pPr>
    <a:lvl7pPr indent="1371600" defTabSz="1828800" latinLnBrk="0">
      <a:defRPr sz="2400">
        <a:latin typeface="+mj-lt"/>
        <a:ea typeface="+mj-ea"/>
        <a:cs typeface="+mj-cs"/>
        <a:sym typeface="Calibri"/>
      </a:defRPr>
    </a:lvl7pPr>
    <a:lvl8pPr indent="1600200" defTabSz="1828800" latinLnBrk="0">
      <a:defRPr sz="2400">
        <a:latin typeface="+mj-lt"/>
        <a:ea typeface="+mj-ea"/>
        <a:cs typeface="+mj-cs"/>
        <a:sym typeface="Calibri"/>
      </a:defRPr>
    </a:lvl8pPr>
    <a:lvl9pPr indent="1828800" defTabSz="1828800" latinLnBrk="0">
      <a:defRPr sz="24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 Rechtschreibfehler oder auch inhaltliche Fehler aufmerksam machen, ich bin auch nicht perfekt und mache genauso Fehler.</a:t>
            </a:r>
          </a:p>
        </p:txBody>
      </p:sp>
    </p:spTree>
    <p:extLst>
      <p:ext uri="{BB962C8B-B14F-4D97-AF65-F5344CB8AC3E}">
        <p14:creationId xmlns:p14="http://schemas.microsoft.com/office/powerpoint/2010/main" val="117220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 der Tafel sammeln.</a:t>
            </a:r>
          </a:p>
          <a:p>
            <a:r>
              <a:rPr lang="de-DE" dirty="0"/>
              <a:t>-Nicht gekühlt, falscher Bohrer für das Material, falsche Drehzahl</a:t>
            </a:r>
          </a:p>
          <a:p>
            <a:endParaRPr lang="de-DE" dirty="0"/>
          </a:p>
          <a:p>
            <a:r>
              <a:rPr lang="de-DE" dirty="0"/>
              <a:t>Dann müssen wir den Kollegen halt fragen, wie er es gemacht hat.</a:t>
            </a:r>
          </a:p>
        </p:txBody>
      </p:sp>
    </p:spTree>
    <p:extLst>
      <p:ext uri="{BB962C8B-B14F-4D97-AF65-F5344CB8AC3E}">
        <p14:creationId xmlns:p14="http://schemas.microsoft.com/office/powerpoint/2010/main" val="87023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Wiederholung: Wie berechnen wir die Drehzahl? Welche Daten benötigen wir noch? Aha Schnittgeschwindigkeit.</a:t>
            </a:r>
          </a:p>
        </p:txBody>
      </p:sp>
    </p:spTree>
    <p:extLst>
      <p:ext uri="{BB962C8B-B14F-4D97-AF65-F5344CB8AC3E}">
        <p14:creationId xmlns:p14="http://schemas.microsoft.com/office/powerpoint/2010/main" val="176116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840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C6CA-6B2D-7C78-C569-9E379A30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CC0487-E7ED-A081-6B2B-82E1897F8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AA3ED8-5972-0076-7624-1660DC076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Eine Gruppe präsentiert ihre Ergebnisse.</a:t>
            </a:r>
          </a:p>
          <a:p>
            <a:endParaRPr lang="de-DE" dirty="0"/>
          </a:p>
          <a:p>
            <a:r>
              <a:rPr lang="de-DE" dirty="0"/>
              <a:t>Unserem Kollegen ist geholfen, wie können wir dieses Problem zukünftig verhindern?</a:t>
            </a:r>
          </a:p>
        </p:txBody>
      </p:sp>
    </p:spTree>
    <p:extLst>
      <p:ext uri="{BB962C8B-B14F-4D97-AF65-F5344CB8AC3E}">
        <p14:creationId xmlns:p14="http://schemas.microsoft.com/office/powerpoint/2010/main" val="868402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Drehzahldiagramm AB austeilen. Unter Dokumentenkamera konkretes Beispiel eintragen. Für welche Stufe entscheiden wir uns?</a:t>
            </a:r>
          </a:p>
          <a:p>
            <a:endParaRPr lang="de-DE" dirty="0"/>
          </a:p>
          <a:p>
            <a:r>
              <a:rPr lang="de-DE" dirty="0"/>
              <a:t>Generell gibt es oft einen Richtwert für die Schnittgeschwindigkeit in der Firma? Habt ihr da einen?</a:t>
            </a:r>
          </a:p>
        </p:txBody>
      </p:sp>
    </p:spTree>
    <p:extLst>
      <p:ext uri="{BB962C8B-B14F-4D97-AF65-F5344CB8AC3E}">
        <p14:creationId xmlns:p14="http://schemas.microsoft.com/office/powerpoint/2010/main" val="305271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s-&#10;überschrif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hteck 7"/>
          <p:cNvSpPr/>
          <p:nvPr/>
        </p:nvSpPr>
        <p:spPr>
          <a:xfrm>
            <a:off x="-1" y="-1"/>
            <a:ext cx="24384001" cy="1529410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Rechteck 8"/>
          <p:cNvSpPr/>
          <p:nvPr/>
        </p:nvSpPr>
        <p:spPr>
          <a:xfrm>
            <a:off x="0" y="1530864"/>
            <a:ext cx="12192001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Rechteck 9"/>
          <p:cNvSpPr/>
          <p:nvPr/>
        </p:nvSpPr>
        <p:spPr>
          <a:xfrm>
            <a:off x="12192000" y="12186608"/>
            <a:ext cx="12192000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2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7" cy="10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hteck 11"/>
          <p:cNvSpPr/>
          <p:nvPr/>
        </p:nvSpPr>
        <p:spPr>
          <a:xfrm>
            <a:off x="-1" y="1674864"/>
            <a:ext cx="24384001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Titeltext"/>
          <p:cNvSpPr txBox="1">
            <a:spLocks noGrp="1"/>
          </p:cNvSpPr>
          <p:nvPr>
            <p:ph type="title"/>
          </p:nvPr>
        </p:nvSpPr>
        <p:spPr>
          <a:xfrm>
            <a:off x="4492625" y="8813800"/>
            <a:ext cx="15544801" cy="2724150"/>
          </a:xfrm>
          <a:prstGeom prst="rect">
            <a:avLst/>
          </a:prstGeom>
        </p:spPr>
        <p:txBody>
          <a:bodyPr anchor="t"/>
          <a:lstStyle>
            <a:lvl1pPr>
              <a:defRPr sz="8000" b="1" cap="all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46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4492625" y="5813426"/>
            <a:ext cx="15544801" cy="300037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1pPr>
            <a:lvl2pPr marL="0" indent="4572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2pPr>
            <a:lvl3pPr marL="0" indent="9144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3pPr>
            <a:lvl4pPr marL="0" indent="13716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4pPr>
            <a:lvl5pPr marL="0" indent="18288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hteck 7"/>
          <p:cNvSpPr/>
          <p:nvPr/>
        </p:nvSpPr>
        <p:spPr>
          <a:xfrm>
            <a:off x="-1" y="-1"/>
            <a:ext cx="24384001" cy="1529410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hteck 8"/>
          <p:cNvSpPr/>
          <p:nvPr/>
        </p:nvSpPr>
        <p:spPr>
          <a:xfrm>
            <a:off x="0" y="1530864"/>
            <a:ext cx="12192001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hteck 9"/>
          <p:cNvSpPr/>
          <p:nvPr/>
        </p:nvSpPr>
        <p:spPr>
          <a:xfrm>
            <a:off x="12192000" y="12186608"/>
            <a:ext cx="12192000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7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7" cy="10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Rechteck 11"/>
          <p:cNvSpPr/>
          <p:nvPr/>
        </p:nvSpPr>
        <p:spPr>
          <a:xfrm>
            <a:off x="-1" y="1674864"/>
            <a:ext cx="24384001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Titeltext"/>
          <p:cNvSpPr txBox="1">
            <a:spLocks noGrp="1"/>
          </p:cNvSpPr>
          <p:nvPr>
            <p:ph type="title"/>
          </p:nvPr>
        </p:nvSpPr>
        <p:spPr>
          <a:xfrm>
            <a:off x="4492625" y="8813800"/>
            <a:ext cx="15544801" cy="2724150"/>
          </a:xfrm>
          <a:prstGeom prst="rect">
            <a:avLst/>
          </a:prstGeom>
        </p:spPr>
        <p:txBody>
          <a:bodyPr anchor="t"/>
          <a:lstStyle>
            <a:lvl1pPr>
              <a:defRPr sz="8000" b="1" cap="all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61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4492625" y="5813426"/>
            <a:ext cx="15544801" cy="300037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1pPr>
            <a:lvl2pPr marL="0" indent="4572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2pPr>
            <a:lvl3pPr marL="0" indent="9144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3pPr>
            <a:lvl4pPr marL="0" indent="13716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4pPr>
            <a:lvl5pPr marL="0" indent="182880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2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Zwei Inhalt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hteck 7"/>
          <p:cNvSpPr/>
          <p:nvPr/>
        </p:nvSpPr>
        <p:spPr>
          <a:xfrm>
            <a:off x="-2" y="-2"/>
            <a:ext cx="24384004" cy="1529412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" name="Rechteck 8"/>
          <p:cNvSpPr/>
          <p:nvPr/>
        </p:nvSpPr>
        <p:spPr>
          <a:xfrm>
            <a:off x="-1" y="1530864"/>
            <a:ext cx="12192003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" name="Rechteck 9"/>
          <p:cNvSpPr/>
          <p:nvPr/>
        </p:nvSpPr>
        <p:spPr>
          <a:xfrm>
            <a:off x="12192000" y="12186608"/>
            <a:ext cx="12192000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9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8" cy="1008114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Rechteck 11"/>
          <p:cNvSpPr/>
          <p:nvPr/>
        </p:nvSpPr>
        <p:spPr>
          <a:xfrm>
            <a:off x="-2" y="1674864"/>
            <a:ext cx="24384004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38" tIns="91438" rIns="91438" bIns="91438"/>
          <a:lstStyle>
            <a:lvl1pPr algn="ctr">
              <a:defRPr sz="8800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8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9917054" y="12802235"/>
            <a:ext cx="504546" cy="551179"/>
          </a:xfrm>
          <a:prstGeom prst="rect">
            <a:avLst/>
          </a:prstGeom>
        </p:spPr>
        <p:txBody>
          <a:bodyPr lIns="91438" tIns="91438" rIns="91438" bIns="91438"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hteck 7"/>
          <p:cNvSpPr/>
          <p:nvPr/>
        </p:nvSpPr>
        <p:spPr>
          <a:xfrm>
            <a:off x="-2" y="-2"/>
            <a:ext cx="24384004" cy="1529412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Rechteck 8"/>
          <p:cNvSpPr/>
          <p:nvPr/>
        </p:nvSpPr>
        <p:spPr>
          <a:xfrm>
            <a:off x="-1" y="1530864"/>
            <a:ext cx="12192003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" name="Rechteck 9"/>
          <p:cNvSpPr/>
          <p:nvPr/>
        </p:nvSpPr>
        <p:spPr>
          <a:xfrm>
            <a:off x="12192000" y="12186608"/>
            <a:ext cx="12192000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3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8" cy="1008114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Rechteck 11"/>
          <p:cNvSpPr/>
          <p:nvPr/>
        </p:nvSpPr>
        <p:spPr>
          <a:xfrm>
            <a:off x="-2" y="1674864"/>
            <a:ext cx="24384004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38" tIns="91438" rIns="91438" bIns="91438"/>
          <a:lstStyle>
            <a:lvl1pPr>
              <a:defRPr sz="8800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9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0421600" y="12567286"/>
            <a:ext cx="890755" cy="1021079"/>
          </a:xfrm>
          <a:prstGeom prst="rect">
            <a:avLst/>
          </a:prstGeom>
        </p:spPr>
        <p:txBody>
          <a:bodyPr lIns="91438" tIns="91438" rIns="91438" bIns="91438"/>
          <a:lstStyle>
            <a:lvl1pPr algn="just">
              <a:defRPr sz="5400">
                <a:solidFill>
                  <a:srgbClr val="535353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s-&#10;überschrif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hteck 7"/>
          <p:cNvSpPr/>
          <p:nvPr/>
        </p:nvSpPr>
        <p:spPr>
          <a:xfrm>
            <a:off x="-2" y="-2"/>
            <a:ext cx="24384004" cy="1529412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Rechteck 8"/>
          <p:cNvSpPr/>
          <p:nvPr/>
        </p:nvSpPr>
        <p:spPr>
          <a:xfrm>
            <a:off x="-1" y="1530864"/>
            <a:ext cx="12192003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Rechteck 9"/>
          <p:cNvSpPr/>
          <p:nvPr/>
        </p:nvSpPr>
        <p:spPr>
          <a:xfrm>
            <a:off x="12192000" y="12186608"/>
            <a:ext cx="12192000" cy="144002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7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8" cy="1008114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Rechteck 11"/>
          <p:cNvSpPr/>
          <p:nvPr/>
        </p:nvSpPr>
        <p:spPr>
          <a:xfrm>
            <a:off x="-2" y="1674864"/>
            <a:ext cx="24384004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iteltext"/>
          <p:cNvSpPr txBox="1">
            <a:spLocks noGrp="1"/>
          </p:cNvSpPr>
          <p:nvPr>
            <p:ph type="title"/>
          </p:nvPr>
        </p:nvSpPr>
        <p:spPr>
          <a:xfrm>
            <a:off x="4492625" y="8813800"/>
            <a:ext cx="15544802" cy="2724150"/>
          </a:xfrm>
          <a:prstGeom prst="rect">
            <a:avLst/>
          </a:prstGeom>
        </p:spPr>
        <p:txBody>
          <a:bodyPr lIns="91438" tIns="91438" rIns="91438" bIns="91438" anchor="t"/>
          <a:lstStyle>
            <a:lvl1pPr>
              <a:defRPr sz="8000" b="1" cap="all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1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4492625" y="5813426"/>
            <a:ext cx="15544802" cy="3000376"/>
          </a:xfrm>
          <a:prstGeom prst="rect">
            <a:avLst/>
          </a:prstGeom>
        </p:spPr>
        <p:txBody>
          <a:bodyPr lIns="91438" tIns="91438" rIns="91438" bIns="91438" anchor="b"/>
          <a:lstStyle>
            <a:lvl1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1pPr>
            <a:lvl2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2pPr>
            <a:lvl3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3pPr>
            <a:lvl4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4pPr>
            <a:lvl5pPr marL="0" indent="0">
              <a:spcBef>
                <a:spcPts val="9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0421600" y="12567286"/>
            <a:ext cx="890755" cy="1021079"/>
          </a:xfrm>
          <a:prstGeom prst="rect">
            <a:avLst/>
          </a:prstGeom>
        </p:spPr>
        <p:txBody>
          <a:bodyPr lIns="91438" tIns="91438" rIns="91438" bIns="91438"/>
          <a:lstStyle>
            <a:lvl1pPr algn="just">
              <a:defRPr sz="5400">
                <a:solidFill>
                  <a:srgbClr val="535353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hteck 7"/>
          <p:cNvSpPr/>
          <p:nvPr/>
        </p:nvSpPr>
        <p:spPr>
          <a:xfrm>
            <a:off x="-1" y="-1"/>
            <a:ext cx="24384001" cy="1529410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" name="Rechteck 8"/>
          <p:cNvSpPr/>
          <p:nvPr/>
        </p:nvSpPr>
        <p:spPr>
          <a:xfrm>
            <a:off x="0" y="1530864"/>
            <a:ext cx="12192001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Rechteck 9"/>
          <p:cNvSpPr/>
          <p:nvPr/>
        </p:nvSpPr>
        <p:spPr>
          <a:xfrm>
            <a:off x="12192000" y="12186608"/>
            <a:ext cx="12192000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1" name="Grafik 10" descr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00" y="12473999"/>
            <a:ext cx="3030457" cy="10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hteck 11"/>
          <p:cNvSpPr/>
          <p:nvPr/>
        </p:nvSpPr>
        <p:spPr>
          <a:xfrm>
            <a:off x="-1" y="1674864"/>
            <a:ext cx="24384001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25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-1" y="-1"/>
            <a:ext cx="24384001" cy="1529410"/>
          </a:xfrm>
          <a:prstGeom prst="rect">
            <a:avLst/>
          </a:prstGeom>
          <a:solidFill>
            <a:srgbClr val="00377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hteck 8"/>
          <p:cNvSpPr/>
          <p:nvPr/>
        </p:nvSpPr>
        <p:spPr>
          <a:xfrm>
            <a:off x="0" y="1530864"/>
            <a:ext cx="12192001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hteck 9"/>
          <p:cNvSpPr/>
          <p:nvPr/>
        </p:nvSpPr>
        <p:spPr>
          <a:xfrm>
            <a:off x="12192000" y="12186608"/>
            <a:ext cx="12192000" cy="144001"/>
          </a:xfrm>
          <a:prstGeom prst="rect">
            <a:avLst/>
          </a:prstGeom>
          <a:solidFill>
            <a:srgbClr val="90181B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Grafik 10" descr="Grafik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24000" y="12473999"/>
            <a:ext cx="3030457" cy="10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hteck 11"/>
          <p:cNvSpPr/>
          <p:nvPr/>
        </p:nvSpPr>
        <p:spPr>
          <a:xfrm>
            <a:off x="-1" y="1674864"/>
            <a:ext cx="24384001" cy="10511744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Titeltext"/>
          <p:cNvSpPr txBox="1">
            <a:spLocks noGrp="1"/>
          </p:cNvSpPr>
          <p:nvPr>
            <p:ph type="title"/>
          </p:nvPr>
        </p:nvSpPr>
        <p:spPr>
          <a:xfrm>
            <a:off x="3962400" y="144016"/>
            <a:ext cx="16459200" cy="124137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9" name="Textebene 1…"/>
          <p:cNvSpPr txBox="1">
            <a:spLocks noGrp="1"/>
          </p:cNvSpPr>
          <p:nvPr>
            <p:ph type="body" idx="1"/>
          </p:nvPr>
        </p:nvSpPr>
        <p:spPr>
          <a:xfrm>
            <a:off x="3962400" y="1817440"/>
            <a:ext cx="16459200" cy="1008112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9917052" y="12802235"/>
            <a:ext cx="504548" cy="5511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lvl1pPr algn="r">
              <a:defRPr sz="2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solidFill>
            <a:srgbClr val="DDDDDD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685800" marR="0" indent="-68580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1110342" marR="0" indent="-653142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–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524000" marR="0" indent="-60960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21031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–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5603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»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30175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4747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9319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389120" marR="0" indent="-731520" algn="l" defTabSz="1828800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22A77D8-B320-4684-ADAC-E9AAB0F216D8}"/>
              </a:ext>
            </a:extLst>
          </p:cNvPr>
          <p:cNvSpPr txBox="1"/>
          <p:nvPr/>
        </p:nvSpPr>
        <p:spPr>
          <a:xfrm>
            <a:off x="6460537" y="4565065"/>
            <a:ext cx="11462925" cy="458586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6000" b="1" dirty="0">
                <a:solidFill>
                  <a:schemeClr val="tx1"/>
                </a:solidFill>
              </a:rPr>
              <a:t>EME 10 – Mechanische Teilsysteme</a:t>
            </a: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6000" b="1" dirty="0">
              <a:solidFill>
                <a:schemeClr val="tx1"/>
              </a:solidFill>
            </a:endParaRP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Bohren</a:t>
            </a:r>
          </a:p>
        </p:txBody>
      </p:sp>
    </p:spTree>
    <p:extLst>
      <p:ext uri="{BB962C8B-B14F-4D97-AF65-F5344CB8AC3E}">
        <p14:creationId xmlns:p14="http://schemas.microsoft.com/office/powerpoint/2010/main" val="386985484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22A77D8-B320-4684-ADAC-E9AAB0F216D8}"/>
              </a:ext>
            </a:extLst>
          </p:cNvPr>
          <p:cNvSpPr txBox="1"/>
          <p:nvPr/>
        </p:nvSpPr>
        <p:spPr>
          <a:xfrm>
            <a:off x="5467739" y="279919"/>
            <a:ext cx="12838922" cy="10156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bg1"/>
                </a:solidFill>
              </a:rPr>
              <a:t>EME 10 – Mechanische Teilsysteme</a:t>
            </a:r>
            <a:endParaRPr kumimoji="0" lang="de-DE" sz="5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96DB5C-7C5D-F4F6-9291-55DA8CDF4448}"/>
              </a:ext>
            </a:extLst>
          </p:cNvPr>
          <p:cNvSpPr txBox="1"/>
          <p:nvPr/>
        </p:nvSpPr>
        <p:spPr>
          <a:xfrm>
            <a:off x="1135117" y="2708146"/>
            <a:ext cx="12054409" cy="594008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Lernsituation:</a:t>
            </a: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4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Ein Kollege kommt auf euch zu. Er hat den ganzen Vormittag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Stahlplatten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 gebohrt. Er erzählt euch, dass die Bohrer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schnell stumpf 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werden, zudem sind bereits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vier Bohrer abgebrochen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. Beim Messen der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10-mm Bohrung 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stellte er auch noch fest, dass diese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nicht maßhaltig 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sind und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starke Grate</a:t>
            </a: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 aufweisen. Er weiß nicht weiter. </a:t>
            </a:r>
            <a:endParaRPr kumimoji="0" lang="de-DE" sz="40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487F8CA-25FC-792D-3423-826C29190650}"/>
              </a:ext>
            </a:extLst>
          </p:cNvPr>
          <p:cNvGrpSpPr/>
          <p:nvPr/>
        </p:nvGrpSpPr>
        <p:grpSpPr>
          <a:xfrm>
            <a:off x="756745" y="10121462"/>
            <a:ext cx="19123572" cy="923328"/>
            <a:chOff x="756745" y="10121462"/>
            <a:chExt cx="19123572" cy="923328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BEBECC2-5661-DE9B-674A-989EE51152B5}"/>
                </a:ext>
              </a:extLst>
            </p:cNvPr>
            <p:cNvSpPr txBox="1"/>
            <p:nvPr/>
          </p:nvSpPr>
          <p:spPr>
            <a:xfrm>
              <a:off x="2317531" y="10121462"/>
              <a:ext cx="17562786" cy="923328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t">
              <a:spAutoFit/>
            </a:bodyPr>
            <a:lstStyle/>
            <a:p>
              <a:pPr marL="0" marR="0" indent="0" algn="just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1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uFillTx/>
                  <a:latin typeface="Arial" panose="020B0604020202020204" pitchFamily="34" charset="0"/>
                  <a:ea typeface="Calibri" panose="020F0502020204030204" pitchFamily="34" charset="0"/>
                  <a:cs typeface="+mj-cs"/>
                  <a:sym typeface="Calibri"/>
                </a:rPr>
                <a:t>Was könnte die Ursache für sein Problem sein?</a:t>
              </a:r>
              <a:endParaRPr kumimoji="0" lang="de-DE" sz="4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0" name="Pfeil: nach rechts 9">
              <a:extLst>
                <a:ext uri="{FF2B5EF4-FFF2-40B4-BE49-F238E27FC236}">
                  <a16:creationId xmlns:a16="http://schemas.microsoft.com/office/drawing/2014/main" id="{4EFE61D1-55C3-9D1E-F9FA-90689B9C55DB}"/>
                </a:ext>
              </a:extLst>
            </p:cNvPr>
            <p:cNvSpPr/>
            <p:nvPr/>
          </p:nvSpPr>
          <p:spPr>
            <a:xfrm>
              <a:off x="756745" y="10294883"/>
              <a:ext cx="1387365" cy="630620"/>
            </a:xfrm>
            <a:prstGeom prst="rightArrow">
              <a:avLst/>
            </a:prstGeom>
            <a:solidFill>
              <a:srgbClr val="C00000"/>
            </a:solidFill>
            <a:ln w="50800" cap="flat">
              <a:solidFill>
                <a:schemeClr val="tx1"/>
              </a:solidFill>
              <a:prstDash val="solid"/>
              <a:round/>
            </a:ln>
            <a:effectLst>
              <a:outerShdw blurRad="76200" dist="381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ctr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pic>
        <p:nvPicPr>
          <p:cNvPr id="1026" name="Picture 2" descr="Bohrer abgebrochen? Kritische Fehler und deren Lösungen. | RUKO">
            <a:extLst>
              <a:ext uri="{FF2B5EF4-FFF2-40B4-BE49-F238E27FC236}">
                <a16:creationId xmlns:a16="http://schemas.microsoft.com/office/drawing/2014/main" id="{EBF667C7-F49E-2CFF-090A-DB3A8ADBD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0" r="16983"/>
          <a:stretch>
            <a:fillRect/>
          </a:stretch>
        </p:blipFill>
        <p:spPr bwMode="auto">
          <a:xfrm>
            <a:off x="15156025" y="2708146"/>
            <a:ext cx="7474856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163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4C3F-146B-BD58-3648-7B7EB667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6AB9A5A-5131-543F-8386-31D59B9E3757}"/>
              </a:ext>
            </a:extLst>
          </p:cNvPr>
          <p:cNvSpPr txBox="1"/>
          <p:nvPr/>
        </p:nvSpPr>
        <p:spPr>
          <a:xfrm>
            <a:off x="5467739" y="279919"/>
            <a:ext cx="12838922" cy="10156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bg1"/>
                </a:solidFill>
              </a:rPr>
              <a:t>EME 10 – Mechanische Teilsysteme</a:t>
            </a:r>
            <a:endParaRPr kumimoji="0" lang="de-DE" sz="5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C6CE8E1-04B5-F1C5-E3DA-C0C7B2F5D9FD}"/>
              </a:ext>
            </a:extLst>
          </p:cNvPr>
          <p:cNvSpPr txBox="1"/>
          <p:nvPr/>
        </p:nvSpPr>
        <p:spPr>
          <a:xfrm>
            <a:off x="1135117" y="2708146"/>
            <a:ext cx="12054409" cy="532453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Weitere Informationen:</a:t>
            </a: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4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Werkstoff: S235JR</a:t>
            </a:r>
          </a:p>
          <a:p>
            <a:pPr marL="571500" marR="0" indent="-571500" algn="just" defTabSz="18288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Bohrer: beschichteter Spiralbohrer HSS 10 mm</a:t>
            </a:r>
          </a:p>
          <a:p>
            <a:pPr marL="571500" marR="0" indent="-571500" algn="just" defTabSz="18288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Kühlung: Ja, mit einer Emulsion</a:t>
            </a:r>
          </a:p>
          <a:p>
            <a:pPr marL="571500" marR="0" indent="-571500" algn="just" defTabSz="18288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Drehzahl: 1900 Umdrehungen pro Minute </a:t>
            </a:r>
            <a:endParaRPr kumimoji="0" lang="de-DE" sz="40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74462D2-74EB-7ED9-3DC2-EEA97F2398F1}"/>
              </a:ext>
            </a:extLst>
          </p:cNvPr>
          <p:cNvGrpSpPr/>
          <p:nvPr/>
        </p:nvGrpSpPr>
        <p:grpSpPr>
          <a:xfrm>
            <a:off x="756745" y="10121462"/>
            <a:ext cx="19123572" cy="923328"/>
            <a:chOff x="756745" y="10121462"/>
            <a:chExt cx="19123572" cy="923328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2565F9C-911F-A35F-93CE-286679BB4293}"/>
                </a:ext>
              </a:extLst>
            </p:cNvPr>
            <p:cNvSpPr txBox="1"/>
            <p:nvPr/>
          </p:nvSpPr>
          <p:spPr>
            <a:xfrm>
              <a:off x="2317531" y="10121462"/>
              <a:ext cx="17562786" cy="923328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t">
              <a:spAutoFit/>
            </a:bodyPr>
            <a:lstStyle/>
            <a:p>
              <a:pPr marL="0" marR="0" indent="0" algn="just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1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uFillTx/>
                  <a:latin typeface="Arial" panose="020B0604020202020204" pitchFamily="34" charset="0"/>
                  <a:ea typeface="Calibri" panose="020F0502020204030204" pitchFamily="34" charset="0"/>
                  <a:cs typeface="+mj-cs"/>
                  <a:sym typeface="Calibri"/>
                </a:rPr>
                <a:t>Wir überprüfen die Drehzahl!</a:t>
              </a:r>
              <a:endParaRPr kumimoji="0" lang="de-DE" sz="4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0" name="Pfeil: nach rechts 9">
              <a:extLst>
                <a:ext uri="{FF2B5EF4-FFF2-40B4-BE49-F238E27FC236}">
                  <a16:creationId xmlns:a16="http://schemas.microsoft.com/office/drawing/2014/main" id="{A51E5BB4-0F50-BF33-9D1D-39850B819197}"/>
                </a:ext>
              </a:extLst>
            </p:cNvPr>
            <p:cNvSpPr/>
            <p:nvPr/>
          </p:nvSpPr>
          <p:spPr>
            <a:xfrm>
              <a:off x="756745" y="10294883"/>
              <a:ext cx="1387365" cy="630620"/>
            </a:xfrm>
            <a:prstGeom prst="rightArrow">
              <a:avLst/>
            </a:prstGeom>
            <a:solidFill>
              <a:srgbClr val="C00000"/>
            </a:solidFill>
            <a:ln w="50800" cap="flat">
              <a:solidFill>
                <a:schemeClr val="tx1"/>
              </a:solidFill>
              <a:prstDash val="solid"/>
              <a:round/>
            </a:ln>
            <a:effectLst>
              <a:outerShdw blurRad="76200" dist="381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ctr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pic>
        <p:nvPicPr>
          <p:cNvPr id="1026" name="Picture 2" descr="Bohrer abgebrochen? Kritische Fehler und deren Lösungen. | RUKO">
            <a:extLst>
              <a:ext uri="{FF2B5EF4-FFF2-40B4-BE49-F238E27FC236}">
                <a16:creationId xmlns:a16="http://schemas.microsoft.com/office/drawing/2014/main" id="{0D74E8C0-1A6E-9CEA-90A4-E2C4257E9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0" r="16983"/>
          <a:stretch>
            <a:fillRect/>
          </a:stretch>
        </p:blipFill>
        <p:spPr bwMode="auto">
          <a:xfrm>
            <a:off x="15156025" y="2708146"/>
            <a:ext cx="7474856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339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9C22F04-03C0-46FE-E669-18B392B49AC2}"/>
              </a:ext>
            </a:extLst>
          </p:cNvPr>
          <p:cNvSpPr txBox="1"/>
          <p:nvPr/>
        </p:nvSpPr>
        <p:spPr>
          <a:xfrm>
            <a:off x="326317" y="1932547"/>
            <a:ext cx="17392340" cy="892551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4800" b="1" dirty="0">
                <a:latin typeface="Arial" panose="020B0604020202020204" pitchFamily="34" charset="0"/>
                <a:ea typeface="Calibri" panose="020F0502020204030204" pitchFamily="34" charset="0"/>
              </a:rPr>
              <a:t>Einzelarbeit</a:t>
            </a:r>
            <a:endParaRPr kumimoji="0" lang="de-DE" sz="40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Arial" panose="020B0604020202020204" pitchFamily="34" charset="0"/>
              <a:sym typeface="Calibri"/>
            </a:endParaRPr>
          </a:p>
          <a:p>
            <a:r>
              <a:rPr lang="de-DE" sz="4000" u="sng" dirty="0">
                <a:latin typeface="Arial" panose="020B0604020202020204" pitchFamily="34" charset="0"/>
                <a:ea typeface="Calibri" panose="020F0502020204030204" pitchFamily="34" charset="0"/>
              </a:rPr>
              <a:t>Arbeitsauftrag:</a:t>
            </a:r>
          </a:p>
          <a:p>
            <a:endParaRPr lang="de-DE" sz="4000" b="1" u="sng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4000" dirty="0" err="1">
                <a:latin typeface="Arial" panose="020B0604020202020204" pitchFamily="34" charset="0"/>
              </a:rPr>
              <a:t>Lies</a:t>
            </a:r>
            <a:r>
              <a:rPr lang="de-DE" sz="4000" dirty="0">
                <a:latin typeface="Arial" panose="020B0604020202020204" pitchFamily="34" charset="0"/>
              </a:rPr>
              <a:t> den Informationstext zum Thema Schnittgeschwindigkeit.</a:t>
            </a: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4000" dirty="0">
                <a:latin typeface="Arial" panose="020B0604020202020204" pitchFamily="34" charset="0"/>
              </a:rPr>
              <a:t>Markiere dir alle nötigen Seiten im Tabellenbuch, um die Schnittgeschwindigkeit ermitteln zu können.</a:t>
            </a: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R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000" b="0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51D0FC3-990E-501D-8120-A7B3F747CC5E}"/>
              </a:ext>
            </a:extLst>
          </p:cNvPr>
          <p:cNvGrpSpPr/>
          <p:nvPr/>
        </p:nvGrpSpPr>
        <p:grpSpPr>
          <a:xfrm>
            <a:off x="20085262" y="1932547"/>
            <a:ext cx="3815659" cy="3176746"/>
            <a:chOff x="9261987" y="4670324"/>
            <a:chExt cx="2625213" cy="1828800"/>
          </a:xfrm>
        </p:grpSpPr>
        <p:sp>
          <p:nvSpPr>
            <p:cNvPr id="3" name="Wolke 2">
              <a:extLst>
                <a:ext uri="{FF2B5EF4-FFF2-40B4-BE49-F238E27FC236}">
                  <a16:creationId xmlns:a16="http://schemas.microsoft.com/office/drawing/2014/main" id="{1568069B-CCFD-FF0F-4F10-5F02BCEA5682}"/>
                </a:ext>
              </a:extLst>
            </p:cNvPr>
            <p:cNvSpPr/>
            <p:nvPr/>
          </p:nvSpPr>
          <p:spPr>
            <a:xfrm>
              <a:off x="9261987" y="4670324"/>
              <a:ext cx="2625213" cy="1828800"/>
            </a:xfrm>
            <a:prstGeom prst="cloud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44988C9-2CB7-94C8-686D-9C70CBE8A584}"/>
                </a:ext>
              </a:extLst>
            </p:cNvPr>
            <p:cNvSpPr txBox="1"/>
            <p:nvPr/>
          </p:nvSpPr>
          <p:spPr>
            <a:xfrm>
              <a:off x="9473608" y="5207943"/>
              <a:ext cx="2211801" cy="903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600" b="1" dirty="0"/>
                <a:t>Zeit: 10 Minuten</a:t>
              </a:r>
            </a:p>
            <a:p>
              <a:endParaRPr lang="de-DE" sz="2400" b="1" dirty="0"/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6E8A63C3-168D-2D97-36DB-DCA3D6A138BD}"/>
              </a:ext>
            </a:extLst>
          </p:cNvPr>
          <p:cNvSpPr txBox="1"/>
          <p:nvPr/>
        </p:nvSpPr>
        <p:spPr>
          <a:xfrm>
            <a:off x="5467739" y="279919"/>
            <a:ext cx="12838922" cy="10156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bg1"/>
                </a:solidFill>
              </a:rPr>
              <a:t>EME 10 – Mechanische Teilsysteme</a:t>
            </a:r>
            <a:endParaRPr kumimoji="0" lang="de-DE" sz="5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Shape 139">
            <a:extLst>
              <a:ext uri="{FF2B5EF4-FFF2-40B4-BE49-F238E27FC236}">
                <a16:creationId xmlns:a16="http://schemas.microsoft.com/office/drawing/2014/main" id="{08B91AAB-C14F-5053-B078-E219BDCD3454}"/>
              </a:ext>
            </a:extLst>
          </p:cNvPr>
          <p:cNvSpPr/>
          <p:nvPr/>
        </p:nvSpPr>
        <p:spPr>
          <a:xfrm>
            <a:off x="20392846" y="9011406"/>
            <a:ext cx="2824275" cy="2682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C1C1C1"/>
          </a:solidFill>
          <a:ln w="127000" cap="flat">
            <a:solidFill>
              <a:srgbClr val="228DCE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8" name="Thinking_Man.jpg">
            <a:extLst>
              <a:ext uri="{FF2B5EF4-FFF2-40B4-BE49-F238E27FC236}">
                <a16:creationId xmlns:a16="http://schemas.microsoft.com/office/drawing/2014/main" id="{F4DC970E-30C0-672C-6748-C2190EF60102}"/>
              </a:ext>
            </a:extLst>
          </p:cNvPr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1280423" y="9514303"/>
            <a:ext cx="1266880" cy="1676210"/>
          </a:xfrm>
          <a:prstGeom prst="rect">
            <a:avLst/>
          </a:prstGeom>
          <a:ln w="12700" cap="flat">
            <a:noFill/>
            <a:miter lim="400000"/>
          </a:ln>
          <a:effectLst>
            <a:reflection stA="25000" endPos="4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7242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E13C-329D-3447-9219-2D8EEA40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A77B614-51D1-FA97-8078-191F26070303}"/>
              </a:ext>
            </a:extLst>
          </p:cNvPr>
          <p:cNvSpPr txBox="1"/>
          <p:nvPr/>
        </p:nvSpPr>
        <p:spPr>
          <a:xfrm>
            <a:off x="326317" y="1932547"/>
            <a:ext cx="17980344" cy="646330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4800" b="1" dirty="0">
                <a:latin typeface="Arial" panose="020B0604020202020204" pitchFamily="34" charset="0"/>
                <a:ea typeface="Calibri" panose="020F0502020204030204" pitchFamily="34" charset="0"/>
              </a:rPr>
              <a:t>Partnerarbeit</a:t>
            </a:r>
            <a:endParaRPr kumimoji="0" lang="de-DE" sz="4000" b="1" i="0" u="none" strike="noStrike" cap="none" spc="0" normalizeH="0" baseline="0" dirty="0">
              <a:ln>
                <a:noFill/>
              </a:ln>
              <a:solidFill>
                <a:srgbClr val="535353"/>
              </a:solidFill>
              <a:effectLst/>
              <a:uFillTx/>
              <a:latin typeface="Arial" panose="020B0604020202020204" pitchFamily="34" charset="0"/>
              <a:sym typeface="Calibri"/>
            </a:endParaRPr>
          </a:p>
          <a:p>
            <a:r>
              <a:rPr lang="de-DE" sz="4000" u="sng" dirty="0">
                <a:latin typeface="Arial" panose="020B0604020202020204" pitchFamily="34" charset="0"/>
                <a:ea typeface="Calibri" panose="020F0502020204030204" pitchFamily="34" charset="0"/>
              </a:rPr>
              <a:t>Arbeitsauftrag:</a:t>
            </a:r>
          </a:p>
          <a:p>
            <a:endParaRPr lang="de-DE" sz="4000" b="1" u="sng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4000" dirty="0">
                <a:latin typeface="Arial" panose="020B0604020202020204" pitchFamily="34" charset="0"/>
              </a:rPr>
              <a:t>Ermittelt zusammen die Schnittgeschwindigkeit für unseren beschichteten Spiralbohrer HSS 10 mm. </a:t>
            </a: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4000" dirty="0">
                <a:latin typeface="Arial" panose="020B0604020202020204" pitchFamily="34" charset="0"/>
              </a:rPr>
              <a:t>Berechnet die Drehzahl für die 10 mm Bohrungen der S235JR Stahlplatten.</a:t>
            </a:r>
          </a:p>
          <a:p>
            <a:pPr marL="742950" marR="0" indent="-74295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sz="4000" dirty="0">
              <a:latin typeface="Arial" panose="020B0604020202020204" pitchFamily="34" charset="0"/>
            </a:endParaRPr>
          </a:p>
          <a:p>
            <a:pPr marL="742950" marR="0" indent="-74295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sz="4000" dirty="0">
                <a:latin typeface="Arial" panose="020B0604020202020204" pitchFamily="34" charset="0"/>
              </a:rPr>
              <a:t>Gebt eurem Kollegen eine Rückmeldung, was er ändern muss, um die Stahlplatten korrekt und maßhaltig bohren zu können. 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91E6ECB-BD66-EBCE-5327-5E328F3ACEB2}"/>
              </a:ext>
            </a:extLst>
          </p:cNvPr>
          <p:cNvGrpSpPr/>
          <p:nvPr/>
        </p:nvGrpSpPr>
        <p:grpSpPr>
          <a:xfrm>
            <a:off x="20085262" y="1932547"/>
            <a:ext cx="3815659" cy="3176746"/>
            <a:chOff x="9261987" y="4670324"/>
            <a:chExt cx="2625213" cy="1828800"/>
          </a:xfrm>
        </p:grpSpPr>
        <p:sp>
          <p:nvSpPr>
            <p:cNvPr id="3" name="Wolke 2">
              <a:extLst>
                <a:ext uri="{FF2B5EF4-FFF2-40B4-BE49-F238E27FC236}">
                  <a16:creationId xmlns:a16="http://schemas.microsoft.com/office/drawing/2014/main" id="{0870EBCF-4875-6F6A-6017-C1B6FE05D9D9}"/>
                </a:ext>
              </a:extLst>
            </p:cNvPr>
            <p:cNvSpPr/>
            <p:nvPr/>
          </p:nvSpPr>
          <p:spPr>
            <a:xfrm>
              <a:off x="9261987" y="4670324"/>
              <a:ext cx="2625213" cy="1828800"/>
            </a:xfrm>
            <a:prstGeom prst="cloud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43BFFAE-26AC-6877-8EB3-CA26AC704C14}"/>
                </a:ext>
              </a:extLst>
            </p:cNvPr>
            <p:cNvSpPr txBox="1"/>
            <p:nvPr/>
          </p:nvSpPr>
          <p:spPr>
            <a:xfrm>
              <a:off x="9473608" y="5207943"/>
              <a:ext cx="2211801" cy="903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600" b="1" dirty="0"/>
                <a:t>Zeit: 15 Minuten</a:t>
              </a:r>
            </a:p>
            <a:p>
              <a:endParaRPr lang="de-DE" sz="2400" b="1" dirty="0"/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B568FB36-CD6E-DB51-BE31-04CEAFCB7AC3}"/>
              </a:ext>
            </a:extLst>
          </p:cNvPr>
          <p:cNvSpPr txBox="1"/>
          <p:nvPr/>
        </p:nvSpPr>
        <p:spPr>
          <a:xfrm>
            <a:off x="5467739" y="279919"/>
            <a:ext cx="12838922" cy="10156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bg1"/>
                </a:solidFill>
              </a:rPr>
              <a:t>EME 10 – Mechanische Teilsysteme</a:t>
            </a:r>
            <a:endParaRPr kumimoji="0" lang="de-DE" sz="5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Shape 161">
            <a:extLst>
              <a:ext uri="{FF2B5EF4-FFF2-40B4-BE49-F238E27FC236}">
                <a16:creationId xmlns:a16="http://schemas.microsoft.com/office/drawing/2014/main" id="{5662F772-F098-121F-3A47-AFF1859AC3E6}"/>
              </a:ext>
            </a:extLst>
          </p:cNvPr>
          <p:cNvSpPr/>
          <p:nvPr/>
        </p:nvSpPr>
        <p:spPr>
          <a:xfrm>
            <a:off x="20036159" y="8717544"/>
            <a:ext cx="3044992" cy="295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C1C1C1"/>
          </a:solidFill>
          <a:ln w="127000" cap="flat">
            <a:solidFill>
              <a:srgbClr val="228DCE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10" name="rcnGnk9di.jpg">
            <a:extLst>
              <a:ext uri="{FF2B5EF4-FFF2-40B4-BE49-F238E27FC236}">
                <a16:creationId xmlns:a16="http://schemas.microsoft.com/office/drawing/2014/main" id="{68EDDE36-C7E1-66D1-E288-75CCACECF5E2}"/>
              </a:ext>
            </a:extLst>
          </p:cNvPr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0608462" y="9179498"/>
            <a:ext cx="1891162" cy="1847074"/>
          </a:xfrm>
          <a:prstGeom prst="rect">
            <a:avLst/>
          </a:prstGeom>
          <a:ln w="12700" cap="flat">
            <a:noFill/>
            <a:miter lim="400000"/>
          </a:ln>
          <a:effectLst>
            <a:reflection stA="25000" endPos="40000" dir="5400000" sy="-100000" algn="bl" rotWithShape="0"/>
          </a:effec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6E3B3B4-7A66-A92B-3CD7-44027B72A9AE}"/>
              </a:ext>
            </a:extLst>
          </p:cNvPr>
          <p:cNvGrpSpPr/>
          <p:nvPr/>
        </p:nvGrpSpPr>
        <p:grpSpPr>
          <a:xfrm>
            <a:off x="756745" y="10121462"/>
            <a:ext cx="19123572" cy="1661991"/>
            <a:chOff x="756745" y="10121462"/>
            <a:chExt cx="19123572" cy="1661991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10D72C2-261B-8705-E492-E36EACBE442D}"/>
                </a:ext>
              </a:extLst>
            </p:cNvPr>
            <p:cNvSpPr txBox="1"/>
            <p:nvPr/>
          </p:nvSpPr>
          <p:spPr>
            <a:xfrm>
              <a:off x="2317531" y="10121462"/>
              <a:ext cx="17562786" cy="166199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t">
              <a:spAutoFit/>
            </a:bodyPr>
            <a:lstStyle/>
            <a:p>
              <a:pPr marL="0" marR="0" indent="0" algn="just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sz="4800" b="1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Am Ende der </a:t>
              </a:r>
              <a:r>
                <a:rPr lang="de-DE" sz="4800" b="1" dirty="0">
                  <a:solidFill>
                    <a:srgbClr val="C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Partnerarbeit</a:t>
              </a:r>
              <a:r>
                <a:rPr lang="de-DE" sz="4800" b="1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präsentiert eine Gruppe</a:t>
              </a:r>
            </a:p>
            <a:p>
              <a:pPr marL="0" marR="0" indent="0" algn="just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sz="4800" b="1" dirty="0">
                  <a:solidFill>
                    <a:srgbClr val="C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i</a:t>
              </a:r>
              <a:r>
                <a:rPr kumimoji="0" lang="de-DE" sz="4800" b="1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uFillTx/>
                  <a:latin typeface="Arial" panose="020B0604020202020204" pitchFamily="34" charset="0"/>
                  <a:ea typeface="Calibri" panose="020F0502020204030204" pitchFamily="34" charset="0"/>
                  <a:cs typeface="+mj-cs"/>
                  <a:sym typeface="Calibri"/>
                </a:rPr>
                <a:t>hre Ergebnisse.</a:t>
              </a:r>
              <a:endParaRPr kumimoji="0" lang="de-DE" sz="4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4" name="Pfeil: nach rechts 13">
              <a:extLst>
                <a:ext uri="{FF2B5EF4-FFF2-40B4-BE49-F238E27FC236}">
                  <a16:creationId xmlns:a16="http://schemas.microsoft.com/office/drawing/2014/main" id="{6A9FD5ED-4780-7FB4-F227-3F10BE0B1144}"/>
                </a:ext>
              </a:extLst>
            </p:cNvPr>
            <p:cNvSpPr/>
            <p:nvPr/>
          </p:nvSpPr>
          <p:spPr>
            <a:xfrm>
              <a:off x="756745" y="10294883"/>
              <a:ext cx="1387365" cy="630620"/>
            </a:xfrm>
            <a:prstGeom prst="rightArrow">
              <a:avLst/>
            </a:prstGeom>
            <a:solidFill>
              <a:srgbClr val="C00000"/>
            </a:solidFill>
            <a:ln w="50800" cap="flat">
              <a:solidFill>
                <a:schemeClr val="tx1"/>
              </a:solidFill>
              <a:prstDash val="solid"/>
              <a:round/>
            </a:ln>
            <a:effectLst>
              <a:outerShdw blurRad="76200" dist="381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ctr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1125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E80D-32CC-A8A4-A48E-ACF67F0A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87144D7-753C-78CC-802D-CEDFBC8423D4}"/>
              </a:ext>
            </a:extLst>
          </p:cNvPr>
          <p:cNvSpPr txBox="1"/>
          <p:nvPr/>
        </p:nvSpPr>
        <p:spPr>
          <a:xfrm>
            <a:off x="5467739" y="279919"/>
            <a:ext cx="12838922" cy="10156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solidFill>
                  <a:schemeClr val="bg1"/>
                </a:solidFill>
              </a:rPr>
              <a:t>EME 10 – Mechanische Teilsysteme</a:t>
            </a:r>
            <a:endParaRPr kumimoji="0" lang="de-DE" sz="5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630ADE-287B-E15E-01A9-B3654A52FD7B}"/>
              </a:ext>
            </a:extLst>
          </p:cNvPr>
          <p:cNvSpPr txBox="1"/>
          <p:nvPr/>
        </p:nvSpPr>
        <p:spPr>
          <a:xfrm>
            <a:off x="1135117" y="2708146"/>
            <a:ext cx="22916374" cy="246221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Wie können wir verhindern, dass zukünftig mit der falschen Drehzahl gebohrt wird?</a:t>
            </a:r>
          </a:p>
          <a:p>
            <a:pPr marL="0" marR="0" indent="0" algn="just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40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695ECF5-F4F8-0F4D-41AE-2011C3E8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2990" y="4339360"/>
            <a:ext cx="9484265" cy="707733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60D25E6-473F-C10F-462C-1B9B0F23D6C2}"/>
              </a:ext>
            </a:extLst>
          </p:cNvPr>
          <p:cNvSpPr txBox="1"/>
          <p:nvPr/>
        </p:nvSpPr>
        <p:spPr>
          <a:xfrm>
            <a:off x="1135117" y="5103694"/>
            <a:ext cx="12192000" cy="50167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Idee: Es wird ein Drehzahldiagramm neben die Bohrmaschine platziert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4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Mit diesem kann die Drehzahl grob abgelesen werden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DE" sz="4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DE" sz="4000" dirty="0">
                <a:latin typeface="Arial" panose="020B0604020202020204" pitchFamily="34" charset="0"/>
                <a:ea typeface="Calibri" panose="020F0502020204030204" pitchFamily="34" charset="0"/>
              </a:rPr>
              <a:t>Eignet sich besonders bei </a:t>
            </a:r>
            <a:r>
              <a:rPr lang="de-DE" sz="4000" b="1" dirty="0">
                <a:latin typeface="Arial" panose="020B0604020202020204" pitchFamily="34" charset="0"/>
                <a:ea typeface="Calibri" panose="020F0502020204030204" pitchFamily="34" charset="0"/>
              </a:rPr>
              <a:t>gestuften Bohrmaschinen</a:t>
            </a:r>
            <a:endParaRPr lang="de-DE" sz="4000" b="1" dirty="0"/>
          </a:p>
        </p:txBody>
      </p:sp>
    </p:spTree>
    <p:extLst>
      <p:ext uri="{BB962C8B-B14F-4D97-AF65-F5344CB8AC3E}">
        <p14:creationId xmlns:p14="http://schemas.microsoft.com/office/powerpoint/2010/main" val="1745040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E1F0B-90B7-93B3-5211-EA5A5ECD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2785" y="5754914"/>
            <a:ext cx="11218430" cy="2724150"/>
          </a:xfrm>
        </p:spPr>
        <p:txBody>
          <a:bodyPr>
            <a:normAutofit/>
          </a:bodyPr>
          <a:lstStyle/>
          <a:p>
            <a:pPr algn="ctr"/>
            <a:r>
              <a:rPr lang="de-DE" sz="8800" dirty="0">
                <a:solidFill>
                  <a:srgbClr val="FF0000"/>
                </a:solidFill>
              </a:rPr>
              <a:t>Jetzt Üben wir!</a:t>
            </a:r>
          </a:p>
        </p:txBody>
      </p:sp>
    </p:spTree>
    <p:extLst>
      <p:ext uri="{BB962C8B-B14F-4D97-AF65-F5344CB8AC3E}">
        <p14:creationId xmlns:p14="http://schemas.microsoft.com/office/powerpoint/2010/main" val="17652413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arissa">
  <a:themeElements>
    <a:clrScheme name="Larissa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just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4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just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4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868972-1ffd-42fe-8188-04fedda50dd3" xsi:nil="true"/>
    <lcf76f155ced4ddcb4097134ff3c332f xmlns="62b6e86d-66c9-44ff-928d-e36970c6320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70716417964D40B73312E223F24773" ma:contentTypeVersion="10" ma:contentTypeDescription="Ein neues Dokument erstellen." ma:contentTypeScope="" ma:versionID="754439d5a1e0809f22053e7ac6a11401">
  <xsd:schema xmlns:xsd="http://www.w3.org/2001/XMLSchema" xmlns:xs="http://www.w3.org/2001/XMLSchema" xmlns:p="http://schemas.microsoft.com/office/2006/metadata/properties" xmlns:ns2="62b6e86d-66c9-44ff-928d-e36970c63202" xmlns:ns3="32868972-1ffd-42fe-8188-04fedda50dd3" targetNamespace="http://schemas.microsoft.com/office/2006/metadata/properties" ma:root="true" ma:fieldsID="0bc8e213c0958fef61eaf0efde1ebbf1" ns2:_="" ns3:_="">
    <xsd:import namespace="62b6e86d-66c9-44ff-928d-e36970c63202"/>
    <xsd:import namespace="32868972-1ffd-42fe-8188-04fedda50d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6e86d-66c9-44ff-928d-e36970c632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d5687142-dddf-4ea1-8ebc-44e0c53f8e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68972-1ffd-42fe-8188-04fedda50d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aecbef4-4c06-422d-a09e-24991d094deb}" ma:internalName="TaxCatchAll" ma:showField="CatchAllData" ma:web="32868972-1ffd-42fe-8188-04fedda50d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238057-81E2-4782-BE75-D086A036CC27}">
  <ds:schemaRefs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e1dfd0d-f0bf-4d72-9bdf-d6a5b6b3f04f"/>
    <ds:schemaRef ds:uri="0aea9fbe-02db-4b62-b30e-a0bbdd54727f"/>
    <ds:schemaRef ds:uri="http://schemas.microsoft.com/office/2006/metadata/properties"/>
    <ds:schemaRef ds:uri="http://purl.org/dc/terms/"/>
    <ds:schemaRef ds:uri="32868972-1ffd-42fe-8188-04fedda50dd3"/>
    <ds:schemaRef ds:uri="62b6e86d-66c9-44ff-928d-e36970c63202"/>
  </ds:schemaRefs>
</ds:datastoreItem>
</file>

<file path=customXml/itemProps2.xml><?xml version="1.0" encoding="utf-8"?>
<ds:datastoreItem xmlns:ds="http://schemas.openxmlformats.org/officeDocument/2006/customXml" ds:itemID="{74CEE0C2-3265-41FD-873F-98154013BE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E12206-93C2-400C-B0E5-DF7D20FEA66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Benutzerdefiniert</PresentationFormat>
  <Paragraphs>61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Jetzt Üben wir!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Dieter Schmidt</dc:creator>
  <cp:lastModifiedBy>Christoph Berthal</cp:lastModifiedBy>
  <cp:revision>17</cp:revision>
  <dcterms:modified xsi:type="dcterms:W3CDTF">2025-12-09T12:41:15Z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0x010100C770716417964D40B73312E223F24773</vt:lpwstr>
  </property>
</Properties>
</file>